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E5D9-720E-38F9-B592-5634A8237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659894-938B-022D-8C0B-46CF30C1C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B9C2C-6445-1ED5-5D8C-2D569B88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6E4E2-AEC5-4447-B985-BF22DF878AE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F4E86-8BFF-D533-4A45-6C921A87F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CCED0-0F6D-83BA-7B50-2EAFA31F0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08A9E-1E2E-471B-B778-F17EE49F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436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5503-952F-92F0-6DC3-F1DF667A0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93FD6-74C6-6879-A114-6AF6A6071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DB664-6288-2DEF-94CA-EA2346BC4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6E4E2-AEC5-4447-B985-BF22DF878AE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E7C50-4588-9432-F8C4-300ACBC88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715A5-BA64-0AA2-CF69-BB6272BB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08A9E-1E2E-471B-B778-F17EE49F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468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CD03C-B990-D096-9E1D-6DF63655A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EC32A-BEF6-5F45-0176-1D0ED01CC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75897-1A93-8F46-1CC0-55F502F09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6E4E2-AEC5-4447-B985-BF22DF878AE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33354-4B0F-1DAB-8E4D-93AEA8500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FC432-828A-5578-8653-402787FE9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08A9E-1E2E-471B-B778-F17EE49F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753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17CC-54AC-F100-99F4-D60F1A077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73703-692A-C51C-4ABB-7B1D40472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36FA8-411F-B311-315F-49E0FEA0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3BC939-A53D-858C-D329-D64454FD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6E4E2-AEC5-4447-B985-BF22DF878AE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113EA-477F-22C7-87C7-D3599CEE1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B0FED-4DD9-A5B8-07B4-3B86D8B6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08A9E-1E2E-471B-B778-F17EE49F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897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95F56-2F8C-1B56-7995-E5214B208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E42E2-B9F7-8A25-26AE-8D67033A6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9F47C-2D10-C7E1-6DA1-0225E83C4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C0EDF8-8363-1874-F392-C97E8F6CA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41B268-ACA5-CDAC-B869-51F4BF652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61549C-BB31-F906-6E06-FE6D3FEDF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6E4E2-AEC5-4447-B985-BF22DF878AE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67C358-9200-72D9-381F-4846B56F4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F63019-B6BD-F15C-7CAA-EF344BDF8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08A9E-1E2E-471B-B778-F17EE49F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535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BB381-FD0B-8DE6-66B7-9EB5DA824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05318-52F6-D4CB-0F0D-E0FEB4EC3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6E4E2-AEC5-4447-B985-BF22DF878AE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E9A3E9-EEA5-293D-4056-100E3A315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3619B-DAB2-3A27-108D-068EDF2A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08A9E-1E2E-471B-B778-F17EE49F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758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1E8621-3E03-1854-6E8A-91C0BB3B0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6E4E2-AEC5-4447-B985-BF22DF878AE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E1708-0852-2EAC-22B6-D56B52C51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02E65-D65F-1CDD-4580-A663A180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08A9E-1E2E-471B-B778-F17EE49F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604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CC4C6-5E30-8092-37F4-8069E935F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A104E-A713-02A7-36CA-7264C3CE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E359C-1FFB-E3E3-F3FF-4201D6C860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0A0D6-7869-1268-FAAB-30D13C06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6E4E2-AEC5-4447-B985-BF22DF878AE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254B7-6B3A-9AF1-F80D-A6BEC29AE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29595-048B-22E3-0418-17C1994D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08A9E-1E2E-471B-B778-F17EE49F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324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2D291-76E6-69D0-FD9E-036BE3730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B1F650-9C52-10B7-C725-7C77152C92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ABC62-039F-1429-2199-7E95596B0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B4C45-8EA7-2EB5-2285-19A759FC4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6E4E2-AEC5-4447-B985-BF22DF878AE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B1197-8A00-6A55-A70A-B9C85D32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54BAB-4283-5D5D-F02E-6343C47E1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08A9E-1E2E-471B-B778-F17EE49F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138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100C4-1BC9-7965-F24E-7B177A6B7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0DC145-B9E0-9DBD-EF6A-55FAB1B17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8C404-8796-E8C2-DDD7-93BC04832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6E4E2-AEC5-4447-B985-BF22DF878AE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3C283-587D-93B8-FE29-7B09C653B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6F43F-4BF1-1B31-07F2-0A19CDA0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08A9E-1E2E-471B-B778-F17EE49F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124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9C7B66-BF41-D383-E800-3CAF8D6E4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10A2E-2DD5-250E-330F-943CB5699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6033C-F3DD-76AF-BCBB-F05F8D6B6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6E4E2-AEC5-4447-B985-BF22DF878AE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BC281-1ED9-9A19-A9C6-D434EB552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88629-38E4-21C8-D625-8AE4EAFAD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08A9E-1E2E-471B-B778-F17EE49F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547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44B2FA-6474-102F-5061-755AF811F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BBED8-3DDB-F68E-5D92-15F92D12C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E62C7-529C-82E5-3A84-61251AAF62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6E4E2-AEC5-4447-B985-BF22DF878AE8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93950-D70F-D495-8A0A-FEB1215D6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AA5FF-E673-3CB8-9B7C-98EA69EC3F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E08A9E-1E2E-471B-B778-F17EE49FF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050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7F634-DE30-725B-D85F-5166BA7259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Phishing Awareness &amp; Social Engineering</a:t>
            </a:r>
            <a:br>
              <a:rPr lang="en-US" dirty="0"/>
            </a:br>
            <a:r>
              <a:rPr lang="en-US" dirty="0"/>
              <a:t>By Praveen</a:t>
            </a:r>
            <a:br>
              <a:rPr lang="en-US" dirty="0"/>
            </a:br>
            <a:r>
              <a:rPr lang="en-US" dirty="0"/>
              <a:t>Cybersecurity Internship Project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A5C1B9-CBEA-B73F-1EE8-814657730A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882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EDEC6-A5A3-45DC-D09B-A19CF6160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     </a:t>
            </a:r>
            <a:r>
              <a:rPr lang="en-US" dirty="0" err="1"/>
              <a:t>Intruduction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8D6A1-3DF1-FCAE-1331-C052B2F81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Phishing is a type of cyber attack where attackers trick users into revealing sensitive information like passwords, OTPs, and banking details.</a:t>
            </a:r>
          </a:p>
          <a:p>
            <a:endParaRPr lang="en-US" dirty="0"/>
          </a:p>
          <a:p>
            <a:r>
              <a:rPr lang="en-US" dirty="0"/>
              <a:t>It is one of the most common and dangerous cyber threats.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0530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CEAC6-1BB3-105C-3C8D-F5661F61B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Types of </a:t>
            </a:r>
            <a:r>
              <a:rPr lang="en-US" dirty="0" err="1"/>
              <a:t>phising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38C4-E9EF-F047-3826-8C1EC3F31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Email Phishing</a:t>
            </a:r>
          </a:p>
          <a:p>
            <a:r>
              <a:rPr lang="en-US" dirty="0"/>
              <a:t>- Spear Phishing (targeted attack)</a:t>
            </a:r>
          </a:p>
          <a:p>
            <a:r>
              <a:rPr lang="en-US" dirty="0"/>
              <a:t>- Smishing (SMS-based phishing)</a:t>
            </a:r>
          </a:p>
          <a:p>
            <a:r>
              <a:rPr lang="en-US" dirty="0"/>
              <a:t>- Vishing (voice call phishing)</a:t>
            </a:r>
          </a:p>
          <a:p>
            <a:r>
              <a:rPr lang="en-US" dirty="0"/>
              <a:t>- Clone Phishing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6071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C692D-71D8-6B13-110D-304F5593F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How to Recognize Phishing Emails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175A4-46C6-DC2F-28BA-5F1456732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Suspicious sender email (example@fake.com)</a:t>
            </a:r>
          </a:p>
          <a:p>
            <a:r>
              <a:rPr lang="en-US" dirty="0"/>
              <a:t>- Grammar and spelling mistakes</a:t>
            </a:r>
          </a:p>
          <a:p>
            <a:r>
              <a:rPr lang="en-US" dirty="0"/>
              <a:t>- Urgent or threatening messages</a:t>
            </a:r>
          </a:p>
          <a:p>
            <a:r>
              <a:rPr lang="en-US" dirty="0"/>
              <a:t>- Unexpected attachments or links</a:t>
            </a:r>
          </a:p>
          <a:p>
            <a:r>
              <a:rPr lang="en-US" dirty="0"/>
              <a:t>- Requests for sensitive data (OTP, password)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9647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0F0F4-F0A9-7944-1BD1-B0A819641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Identifying Fake Websites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97A66-E367-7D34-A96C-87AA8C9A6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Check URL carefully (https://)</a:t>
            </a:r>
          </a:p>
          <a:p>
            <a:r>
              <a:rPr lang="en-US" dirty="0"/>
              <a:t>- Look for domain mismatch</a:t>
            </a:r>
          </a:p>
          <a:p>
            <a:r>
              <a:rPr lang="en-US" dirty="0"/>
              <a:t>- Missing security certificate (no lock icon)</a:t>
            </a:r>
          </a:p>
          <a:p>
            <a:r>
              <a:rPr lang="en-US" dirty="0"/>
              <a:t>- Poor design or copied layout</a:t>
            </a:r>
          </a:p>
          <a:p>
            <a:r>
              <a:rPr lang="en-US" dirty="0"/>
              <a:t>- Fake login pages asking credentials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1006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7264D-7030-F102-F422-2BD2A3336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</a:t>
            </a:r>
            <a:r>
              <a:rPr lang="en-IN" dirty="0"/>
              <a:t>URL Analysis (Advanced)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B8F0F-F5C9-77DA-F482-F2B532F47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- Check domain name (amazon.com vs amaz0n.com)</a:t>
            </a:r>
          </a:p>
          <a:p>
            <a:r>
              <a:rPr lang="en-IN" dirty="0"/>
              <a:t>- Avoid shortened URLs (bit.ly links)</a:t>
            </a:r>
          </a:p>
          <a:p>
            <a:r>
              <a:rPr lang="en-IN" dirty="0"/>
              <a:t>- Look for extra subdomains (login.secure.bank.fake.com)</a:t>
            </a:r>
          </a:p>
          <a:p>
            <a:r>
              <a:rPr lang="en-IN" dirty="0"/>
              <a:t>- Always verify official website</a:t>
            </a:r>
          </a:p>
        </p:txBody>
      </p:sp>
    </p:spTree>
    <p:extLst>
      <p:ext uri="{BB962C8B-B14F-4D97-AF65-F5344CB8AC3E}">
        <p14:creationId xmlns:p14="http://schemas.microsoft.com/office/powerpoint/2010/main" val="1443545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8FA56-83E7-6FB0-10CE-1542AA7C8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</a:t>
            </a:r>
            <a:r>
              <a:rPr lang="en-IN" dirty="0"/>
              <a:t>Social Engineering Tactics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1EF4B-E117-31C1-F14B-DF52909E2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Impersonation (bank, company, support team)</a:t>
            </a:r>
          </a:p>
          <a:p>
            <a:r>
              <a:rPr lang="en-US" dirty="0"/>
              <a:t>- Urgency ("Your account will be blocked")</a:t>
            </a:r>
          </a:p>
          <a:p>
            <a:r>
              <a:rPr lang="en-US" dirty="0"/>
              <a:t>- Fear ("Legal action will be taken")</a:t>
            </a:r>
          </a:p>
          <a:p>
            <a:r>
              <a:rPr lang="en-US" dirty="0"/>
              <a:t>- Greed ("You won a prize")</a:t>
            </a:r>
          </a:p>
          <a:p>
            <a:r>
              <a:rPr lang="en-US" dirty="0"/>
              <a:t>- Trust exploitation (fake tech support)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1296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ABA32-84B8-79C4-328D-FE3FBD9E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</a:t>
            </a:r>
            <a:r>
              <a:rPr lang="en-IN" dirty="0"/>
              <a:t>Real-World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9CE84-D016-BD5D-7E31-F154487AD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1:</a:t>
            </a:r>
          </a:p>
          <a:p>
            <a:r>
              <a:rPr lang="en-US" dirty="0"/>
              <a:t>"Your bank account is locked. Click here to verify."</a:t>
            </a:r>
          </a:p>
          <a:p>
            <a:endParaRPr lang="en-US" dirty="0"/>
          </a:p>
          <a:p>
            <a:r>
              <a:rPr lang="en-US" dirty="0"/>
              <a:t>Example 2:</a:t>
            </a:r>
          </a:p>
          <a:p>
            <a:r>
              <a:rPr lang="en-US" dirty="0"/>
              <a:t>"You won ₹50,000! Claim now."</a:t>
            </a:r>
          </a:p>
          <a:p>
            <a:endParaRPr lang="en-US" dirty="0"/>
          </a:p>
          <a:p>
            <a:r>
              <a:rPr lang="en-US" dirty="0"/>
              <a:t>These are phishing attempts.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5506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384BD-8413-B273-5870-5217CE2C0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</a:t>
            </a:r>
            <a:r>
              <a:rPr lang="en-IN" dirty="0"/>
              <a:t>Impact of Phishing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A7584-59EB-6098-6099-68692FAD6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Financial loss</a:t>
            </a:r>
          </a:p>
          <a:p>
            <a:r>
              <a:rPr lang="en-US" dirty="0"/>
              <a:t>- Identity theft</a:t>
            </a:r>
          </a:p>
          <a:p>
            <a:r>
              <a:rPr lang="en-US" dirty="0"/>
              <a:t>- Data breaches</a:t>
            </a:r>
          </a:p>
          <a:p>
            <a:r>
              <a:rPr lang="en-US" dirty="0"/>
              <a:t>- Unauthorized access to accounts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9921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824BB-4CAA-2707-3453-801590113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</a:t>
            </a:r>
            <a:r>
              <a:rPr lang="en-IN" dirty="0"/>
              <a:t>Prevention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27D48-7FB1-26DA-8911-C48DCEE07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Do not click unknown links</a:t>
            </a:r>
          </a:p>
          <a:p>
            <a:r>
              <a:rPr lang="en-US" dirty="0"/>
              <a:t>- Verify sender identity</a:t>
            </a:r>
          </a:p>
          <a:p>
            <a:r>
              <a:rPr lang="en-US" dirty="0"/>
              <a:t>- Use strong passwords</a:t>
            </a:r>
          </a:p>
          <a:p>
            <a:r>
              <a:rPr lang="en-US" dirty="0"/>
              <a:t>- Enable Two-Factor Authentication (2FA)</a:t>
            </a:r>
          </a:p>
          <a:p>
            <a:r>
              <a:rPr lang="en-US" dirty="0"/>
              <a:t>- Avoid public Wi-Fi for sensitive transactions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5312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BCF15-E3F3-B4A7-0F0F-1D225051E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</a:t>
            </a:r>
            <a:r>
              <a:rPr lang="en-IN" dirty="0"/>
              <a:t>Best Practices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B5065-618D-AD91-D360-AA828A285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Always check URL before login</a:t>
            </a:r>
          </a:p>
          <a:p>
            <a:r>
              <a:rPr lang="en-US" dirty="0"/>
              <a:t>- Keep software updated</a:t>
            </a:r>
          </a:p>
          <a:p>
            <a:r>
              <a:rPr lang="en-US" dirty="0"/>
              <a:t>- Use antivirus/security tools</a:t>
            </a:r>
          </a:p>
          <a:p>
            <a:r>
              <a:rPr lang="en-US" dirty="0"/>
              <a:t>- Educate yourself about cyber threats</a:t>
            </a:r>
          </a:p>
          <a:p>
            <a:r>
              <a:rPr lang="en-US" dirty="0"/>
              <a:t>- Think before you click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7647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64080-871B-5AF0-D8E1-81F7A8DAC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24DD4-4BE0-8A61-91D0-B6EC7A43C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Phishing attacks are increasing rapidly.</a:t>
            </a:r>
          </a:p>
          <a:p>
            <a:r>
              <a:rPr lang="en-US" dirty="0"/>
              <a:t>Awareness and caution are the best defenses.</a:t>
            </a:r>
          </a:p>
          <a:p>
            <a:r>
              <a:rPr lang="en-US" dirty="0"/>
              <a:t>Stay alert, stay secure.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6514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</Words>
  <Application>Microsoft Office PowerPoint</Application>
  <PresentationFormat>Widescreen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Phishing Awareness &amp; Social Engineering By Praveen Cybersecurity Internship Project</vt:lpstr>
      <vt:lpstr>                                   Intruduction</vt:lpstr>
      <vt:lpstr>                           Types of phising</vt:lpstr>
      <vt:lpstr>                How to Recognize Phishing Emails</vt:lpstr>
      <vt:lpstr>                Identifying Fake Websites</vt:lpstr>
      <vt:lpstr>                  URL Analysis (Advanced)</vt:lpstr>
      <vt:lpstr>              Social Engineering Tactics</vt:lpstr>
      <vt:lpstr>                     Real-World Examples</vt:lpstr>
      <vt:lpstr>                      Impact of Phishing</vt:lpstr>
      <vt:lpstr>                           Prevention Techniques</vt:lpstr>
      <vt:lpstr>                           Best Practices </vt:lpstr>
      <vt:lpstr>                        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Praveen Velpula</dc:creator>
  <cp:lastModifiedBy>Praveen Velpula</cp:lastModifiedBy>
  <cp:revision>1</cp:revision>
  <dcterms:created xsi:type="dcterms:W3CDTF">2026-05-12T07:34:36Z</dcterms:created>
  <dcterms:modified xsi:type="dcterms:W3CDTF">2026-05-12T07:35:21Z</dcterms:modified>
</cp:coreProperties>
</file>